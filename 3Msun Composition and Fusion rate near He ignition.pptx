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47906D1-282A-4560-AF7C-DE2E22055D31}" v="51" dt="2025-09-15T22:19:16.5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Momberg" userId="b4eda5a285ba7d6f" providerId="LiveId" clId="{D9882631-66C9-47CE-9331-3FC1FB75C43C}"/>
    <pc:docChg chg="undo custSel addSld delSld modSld">
      <pc:chgData name="John Momberg" userId="b4eda5a285ba7d6f" providerId="LiveId" clId="{D9882631-66C9-47CE-9331-3FC1FB75C43C}" dt="2025-09-15T22:19:23.678" v="194" actId="14100"/>
      <pc:docMkLst>
        <pc:docMk/>
      </pc:docMkLst>
      <pc:sldChg chg="new del">
        <pc:chgData name="John Momberg" userId="b4eda5a285ba7d6f" providerId="LiveId" clId="{D9882631-66C9-47CE-9331-3FC1FB75C43C}" dt="2025-09-15T19:34:35.954" v="2" actId="47"/>
        <pc:sldMkLst>
          <pc:docMk/>
          <pc:sldMk cId="2878770534" sldId="256"/>
        </pc:sldMkLst>
      </pc:sldChg>
      <pc:sldChg chg="addSp modSp new mod setBg">
        <pc:chgData name="John Momberg" userId="b4eda5a285ba7d6f" providerId="LiveId" clId="{D9882631-66C9-47CE-9331-3FC1FB75C43C}" dt="2025-09-15T19:36:13.506" v="51" actId="207"/>
        <pc:sldMkLst>
          <pc:docMk/>
          <pc:sldMk cId="4202154902" sldId="257"/>
        </pc:sldMkLst>
        <pc:spChg chg="add mod">
          <ac:chgData name="John Momberg" userId="b4eda5a285ba7d6f" providerId="LiveId" clId="{D9882631-66C9-47CE-9331-3FC1FB75C43C}" dt="2025-09-15T19:36:13.506" v="51" actId="207"/>
          <ac:spMkLst>
            <pc:docMk/>
            <pc:sldMk cId="4202154902" sldId="257"/>
            <ac:spMk id="6" creationId="{4A9829E2-3AEC-526A-A013-5902A7791CE4}"/>
          </ac:spMkLst>
        </pc:spChg>
        <pc:picChg chg="add mod">
          <ac:chgData name="John Momberg" userId="b4eda5a285ba7d6f" providerId="LiveId" clId="{D9882631-66C9-47CE-9331-3FC1FB75C43C}" dt="2025-09-15T19:35:42.253" v="46" actId="1037"/>
          <ac:picMkLst>
            <pc:docMk/>
            <pc:sldMk cId="4202154902" sldId="257"/>
            <ac:picMk id="3" creationId="{3F8B01D6-B678-3CEC-3F61-818D7F1E63E6}"/>
          </ac:picMkLst>
        </pc:picChg>
        <pc:picChg chg="add mod">
          <ac:chgData name="John Momberg" userId="b4eda5a285ba7d6f" providerId="LiveId" clId="{D9882631-66C9-47CE-9331-3FC1FB75C43C}" dt="2025-09-15T19:35:46.455" v="47" actId="1076"/>
          <ac:picMkLst>
            <pc:docMk/>
            <pc:sldMk cId="4202154902" sldId="257"/>
            <ac:picMk id="5" creationId="{F5B63F0C-24AA-5C31-539E-CEB79589D569}"/>
          </ac:picMkLst>
        </pc:picChg>
      </pc:sldChg>
      <pc:sldChg chg="addSp delSp modSp add mod setBg">
        <pc:chgData name="John Momberg" userId="b4eda5a285ba7d6f" providerId="LiveId" clId="{D9882631-66C9-47CE-9331-3FC1FB75C43C}" dt="2025-09-15T22:19:23.678" v="194" actId="14100"/>
        <pc:sldMkLst>
          <pc:docMk/>
          <pc:sldMk cId="3766489928" sldId="258"/>
        </pc:sldMkLst>
        <pc:spChg chg="add">
          <ac:chgData name="John Momberg" userId="b4eda5a285ba7d6f" providerId="LiveId" clId="{D9882631-66C9-47CE-9331-3FC1FB75C43C}" dt="2025-09-15T22:19:13.730" v="191"/>
          <ac:spMkLst>
            <pc:docMk/>
            <pc:sldMk cId="3766489928" sldId="258"/>
            <ac:spMk id="2" creationId="{7781F60D-D65D-5FBB-0A06-01E6A57383A0}"/>
          </ac:spMkLst>
        </pc:spChg>
        <pc:spChg chg="add del">
          <ac:chgData name="John Momberg" userId="b4eda5a285ba7d6f" providerId="LiveId" clId="{D9882631-66C9-47CE-9331-3FC1FB75C43C}" dt="2025-09-15T19:37:05.555" v="60" actId="26606"/>
          <ac:spMkLst>
            <pc:docMk/>
            <pc:sldMk cId="3766489928" sldId="258"/>
            <ac:spMk id="10" creationId="{A9F529C3-C941-49FD-8C67-82F134F64BDB}"/>
          </ac:spMkLst>
        </pc:spChg>
        <pc:spChg chg="add del">
          <ac:chgData name="John Momberg" userId="b4eda5a285ba7d6f" providerId="LiveId" clId="{D9882631-66C9-47CE-9331-3FC1FB75C43C}" dt="2025-09-15T19:37:05.555" v="60" actId="26606"/>
          <ac:spMkLst>
            <pc:docMk/>
            <pc:sldMk cId="3766489928" sldId="258"/>
            <ac:spMk id="12" creationId="{20586029-32A0-47E5-9AEC-AE3ABA6B94D0}"/>
          </ac:spMkLst>
        </pc:spChg>
        <pc:spChg chg="add del">
          <ac:chgData name="John Momberg" userId="b4eda5a285ba7d6f" providerId="LiveId" clId="{D9882631-66C9-47CE-9331-3FC1FB75C43C}" dt="2025-09-15T19:37:09.820" v="64" actId="26606"/>
          <ac:spMkLst>
            <pc:docMk/>
            <pc:sldMk cId="3766489928" sldId="258"/>
            <ac:spMk id="18" creationId="{A9F529C3-C941-49FD-8C67-82F134F64BDB}"/>
          </ac:spMkLst>
        </pc:spChg>
        <pc:spChg chg="add del">
          <ac:chgData name="John Momberg" userId="b4eda5a285ba7d6f" providerId="LiveId" clId="{D9882631-66C9-47CE-9331-3FC1FB75C43C}" dt="2025-09-15T19:37:09.820" v="64" actId="26606"/>
          <ac:spMkLst>
            <pc:docMk/>
            <pc:sldMk cId="3766489928" sldId="258"/>
            <ac:spMk id="19" creationId="{20586029-32A0-47E5-9AEC-AE3ABA6B94D0}"/>
          </ac:spMkLst>
        </pc:spChg>
        <pc:picChg chg="add del mod ord">
          <ac:chgData name="John Momberg" userId="b4eda5a285ba7d6f" providerId="LiveId" clId="{D9882631-66C9-47CE-9331-3FC1FB75C43C}" dt="2025-09-15T22:19:12.966" v="190" actId="478"/>
          <ac:picMkLst>
            <pc:docMk/>
            <pc:sldMk cId="3766489928" sldId="258"/>
            <ac:picMk id="3" creationId="{0EC30C1C-BD8F-F1D9-3317-4CB9449E2669}"/>
          </ac:picMkLst>
        </pc:picChg>
        <pc:picChg chg="add mod">
          <ac:chgData name="John Momberg" userId="b4eda5a285ba7d6f" providerId="LiveId" clId="{D9882631-66C9-47CE-9331-3FC1FB75C43C}" dt="2025-09-15T22:19:23.678" v="194" actId="14100"/>
          <ac:picMkLst>
            <pc:docMk/>
            <pc:sldMk cId="3766489928" sldId="258"/>
            <ac:picMk id="4" creationId="{48DDD948-2684-53F7-201E-BBE54E63054C}"/>
          </ac:picMkLst>
        </pc:picChg>
        <pc:picChg chg="add mod">
          <ac:chgData name="John Momberg" userId="b4eda5a285ba7d6f" providerId="LiveId" clId="{D9882631-66C9-47CE-9331-3FC1FB75C43C}" dt="2025-09-15T19:43:26.036" v="144" actId="14100"/>
          <ac:picMkLst>
            <pc:docMk/>
            <pc:sldMk cId="3766489928" sldId="258"/>
            <ac:picMk id="5" creationId="{1305B1DB-784F-DDCB-D197-3F1D3E344B7C}"/>
          </ac:picMkLst>
        </pc:picChg>
        <pc:cxnChg chg="add del">
          <ac:chgData name="John Momberg" userId="b4eda5a285ba7d6f" providerId="LiveId" clId="{D9882631-66C9-47CE-9331-3FC1FB75C43C}" dt="2025-09-15T19:37:05.555" v="60" actId="26606"/>
          <ac:cxnSpMkLst>
            <pc:docMk/>
            <pc:sldMk cId="3766489928" sldId="258"/>
            <ac:cxnSpMk id="14" creationId="{8C730EAB-A532-4295-A302-FB4B90DB9F5E}"/>
          </ac:cxnSpMkLst>
        </pc:cxnChg>
        <pc:cxnChg chg="add del">
          <ac:chgData name="John Momberg" userId="b4eda5a285ba7d6f" providerId="LiveId" clId="{D9882631-66C9-47CE-9331-3FC1FB75C43C}" dt="2025-09-15T19:37:07.908" v="62" actId="26606"/>
          <ac:cxnSpMkLst>
            <pc:docMk/>
            <pc:sldMk cId="3766489928" sldId="258"/>
            <ac:cxnSpMk id="16" creationId="{4D56677B-C0B7-4DAC-ACAD-8054FF1B599A}"/>
          </ac:cxnSpMkLst>
        </pc:cxnChg>
        <pc:cxnChg chg="add del">
          <ac:chgData name="John Momberg" userId="b4eda5a285ba7d6f" providerId="LiveId" clId="{D9882631-66C9-47CE-9331-3FC1FB75C43C}" dt="2025-09-15T19:37:09.820" v="64" actId="26606"/>
          <ac:cxnSpMkLst>
            <pc:docMk/>
            <pc:sldMk cId="3766489928" sldId="258"/>
            <ac:cxnSpMk id="20" creationId="{8C730EAB-A532-4295-A302-FB4B90DB9F5E}"/>
          </ac:cxnSpMkLst>
        </pc:cxnChg>
      </pc:sldChg>
      <pc:sldChg chg="addSp delSp modSp add mod setBg">
        <pc:chgData name="John Momberg" userId="b4eda5a285ba7d6f" providerId="LiveId" clId="{D9882631-66C9-47CE-9331-3FC1FB75C43C}" dt="2025-09-15T22:19:04.328" v="189" actId="14100"/>
        <pc:sldMkLst>
          <pc:docMk/>
          <pc:sldMk cId="1045956756" sldId="259"/>
        </pc:sldMkLst>
        <pc:spChg chg="add">
          <ac:chgData name="John Momberg" userId="b4eda5a285ba7d6f" providerId="LiveId" clId="{D9882631-66C9-47CE-9331-3FC1FB75C43C}" dt="2025-09-15T22:18:53.010" v="186"/>
          <ac:spMkLst>
            <pc:docMk/>
            <pc:sldMk cId="1045956756" sldId="259"/>
            <ac:spMk id="2" creationId="{BC6D98EA-2897-450E-0C02-80025DA84C11}"/>
          </ac:spMkLst>
        </pc:spChg>
        <pc:picChg chg="add del mod">
          <ac:chgData name="John Momberg" userId="b4eda5a285ba7d6f" providerId="LiveId" clId="{D9882631-66C9-47CE-9331-3FC1FB75C43C}" dt="2025-09-15T22:18:46.701" v="185" actId="478"/>
          <ac:picMkLst>
            <pc:docMk/>
            <pc:sldMk cId="1045956756" sldId="259"/>
            <ac:picMk id="3" creationId="{FAE2F0EF-83CE-2BAA-5C7B-CCCFE2D72DD1}"/>
          </ac:picMkLst>
        </pc:picChg>
        <pc:picChg chg="add mod">
          <ac:chgData name="John Momberg" userId="b4eda5a285ba7d6f" providerId="LiveId" clId="{D9882631-66C9-47CE-9331-3FC1FB75C43C}" dt="2025-09-15T22:19:04.328" v="189" actId="14100"/>
          <ac:picMkLst>
            <pc:docMk/>
            <pc:sldMk cId="1045956756" sldId="259"/>
            <ac:picMk id="4" creationId="{FA54878A-B489-3FD9-6108-A8AFA1408BF3}"/>
          </ac:picMkLst>
        </pc:picChg>
        <pc:picChg chg="add mod">
          <ac:chgData name="John Momberg" userId="b4eda5a285ba7d6f" providerId="LiveId" clId="{D9882631-66C9-47CE-9331-3FC1FB75C43C}" dt="2025-09-15T19:39:02.485" v="97" actId="14100"/>
          <ac:picMkLst>
            <pc:docMk/>
            <pc:sldMk cId="1045956756" sldId="259"/>
            <ac:picMk id="5" creationId="{4F47EB85-B09B-0BC2-35AD-EAF401683840}"/>
          </ac:picMkLst>
        </pc:picChg>
      </pc:sldChg>
      <pc:sldChg chg="addSp delSp modSp add mod setBg">
        <pc:chgData name="John Momberg" userId="b4eda5a285ba7d6f" providerId="LiveId" clId="{D9882631-66C9-47CE-9331-3FC1FB75C43C}" dt="2025-09-15T22:18:41.086" v="184" actId="14100"/>
        <pc:sldMkLst>
          <pc:docMk/>
          <pc:sldMk cId="3436247140" sldId="260"/>
        </pc:sldMkLst>
        <pc:spChg chg="add">
          <ac:chgData name="John Momberg" userId="b4eda5a285ba7d6f" providerId="LiveId" clId="{D9882631-66C9-47CE-9331-3FC1FB75C43C}" dt="2025-09-15T22:18:18.041" v="175"/>
          <ac:spMkLst>
            <pc:docMk/>
            <pc:sldMk cId="3436247140" sldId="260"/>
            <ac:spMk id="2" creationId="{373FB51C-3EBC-F4F1-8AC4-39486E30A773}"/>
          </ac:spMkLst>
        </pc:spChg>
        <pc:spChg chg="add mod">
          <ac:chgData name="John Momberg" userId="b4eda5a285ba7d6f" providerId="LiveId" clId="{D9882631-66C9-47CE-9331-3FC1FB75C43C}" dt="2025-09-15T22:18:22.485" v="177" actId="115"/>
          <ac:spMkLst>
            <pc:docMk/>
            <pc:sldMk cId="3436247140" sldId="260"/>
            <ac:spMk id="4" creationId="{11B3CC17-A9AC-89CC-37CA-DDB5A50FE8CB}"/>
          </ac:spMkLst>
        </pc:spChg>
        <pc:spChg chg="add mod">
          <ac:chgData name="John Momberg" userId="b4eda5a285ba7d6f" providerId="LiveId" clId="{D9882631-66C9-47CE-9331-3FC1FB75C43C}" dt="2025-09-15T22:18:27.632" v="180" actId="20577"/>
          <ac:spMkLst>
            <pc:docMk/>
            <pc:sldMk cId="3436247140" sldId="260"/>
            <ac:spMk id="6" creationId="{23632137-77B4-FA16-2EFF-B5AA24B14493}"/>
          </ac:spMkLst>
        </pc:spChg>
        <pc:picChg chg="add del mod">
          <ac:chgData name="John Momberg" userId="b4eda5a285ba7d6f" providerId="LiveId" clId="{D9882631-66C9-47CE-9331-3FC1FB75C43C}" dt="2025-09-15T22:17:35.689" v="174" actId="478"/>
          <ac:picMkLst>
            <pc:docMk/>
            <pc:sldMk cId="3436247140" sldId="260"/>
            <ac:picMk id="3" creationId="{743C082B-70DB-4AE9-51AA-8DD89C9D21D7}"/>
          </ac:picMkLst>
        </pc:picChg>
        <pc:picChg chg="add mod">
          <ac:chgData name="John Momberg" userId="b4eda5a285ba7d6f" providerId="LiveId" clId="{D9882631-66C9-47CE-9331-3FC1FB75C43C}" dt="2025-09-15T22:18:41.086" v="184" actId="14100"/>
          <ac:picMkLst>
            <pc:docMk/>
            <pc:sldMk cId="3436247140" sldId="260"/>
            <ac:picMk id="5" creationId="{449CABAE-022D-D79E-4BE2-53AA871D24E3}"/>
          </ac:picMkLst>
        </pc:picChg>
        <pc:picChg chg="add mod">
          <ac:chgData name="John Momberg" userId="b4eda5a285ba7d6f" providerId="LiveId" clId="{D9882631-66C9-47CE-9331-3FC1FB75C43C}" dt="2025-09-15T22:18:37.416" v="183" actId="14100"/>
          <ac:picMkLst>
            <pc:docMk/>
            <pc:sldMk cId="3436247140" sldId="260"/>
            <ac:picMk id="7" creationId="{3676A2BB-65B8-1CDC-14F7-2A9D716D9A29}"/>
          </ac:picMkLst>
        </pc:picChg>
      </pc:sldChg>
      <pc:sldChg chg="addSp delSp modSp add mod setBg">
        <pc:chgData name="John Momberg" userId="b4eda5a285ba7d6f" providerId="LiveId" clId="{D9882631-66C9-47CE-9331-3FC1FB75C43C}" dt="2025-09-15T22:17:31.134" v="173" actId="14100"/>
        <pc:sldMkLst>
          <pc:docMk/>
          <pc:sldMk cId="1314272338" sldId="261"/>
        </pc:sldMkLst>
        <pc:picChg chg="add mod">
          <ac:chgData name="John Momberg" userId="b4eda5a285ba7d6f" providerId="LiveId" clId="{D9882631-66C9-47CE-9331-3FC1FB75C43C}" dt="2025-09-15T22:17:31.134" v="173" actId="14100"/>
          <ac:picMkLst>
            <pc:docMk/>
            <pc:sldMk cId="1314272338" sldId="261"/>
            <ac:picMk id="2" creationId="{90C8B7E7-4CB9-0EEA-0C45-FA767041E5AC}"/>
          </ac:picMkLst>
        </pc:picChg>
        <pc:picChg chg="add del mod">
          <ac:chgData name="John Momberg" userId="b4eda5a285ba7d6f" providerId="LiveId" clId="{D9882631-66C9-47CE-9331-3FC1FB75C43C}" dt="2025-09-15T22:17:15.388" v="170" actId="478"/>
          <ac:picMkLst>
            <pc:docMk/>
            <pc:sldMk cId="1314272338" sldId="261"/>
            <ac:picMk id="3" creationId="{F4783B56-F054-B9F2-F7E1-084EAC4D9F6C}"/>
          </ac:picMkLst>
        </pc:picChg>
        <pc:picChg chg="add mod">
          <ac:chgData name="John Momberg" userId="b4eda5a285ba7d6f" providerId="LiveId" clId="{D9882631-66C9-47CE-9331-3FC1FB75C43C}" dt="2025-09-15T19:40:15.010" v="121" actId="14100"/>
          <ac:picMkLst>
            <pc:docMk/>
            <pc:sldMk cId="1314272338" sldId="261"/>
            <ac:picMk id="5" creationId="{115EEA7B-FFAA-651E-BED9-8879C31F4DED}"/>
          </ac:picMkLst>
        </pc:picChg>
      </pc:sldChg>
      <pc:sldChg chg="addSp delSp modSp add mod setBg">
        <pc:chgData name="John Momberg" userId="b4eda5a285ba7d6f" providerId="LiveId" clId="{D9882631-66C9-47CE-9331-3FC1FB75C43C}" dt="2025-09-15T22:17:10.536" v="169" actId="14100"/>
        <pc:sldMkLst>
          <pc:docMk/>
          <pc:sldMk cId="2311735208" sldId="262"/>
        </pc:sldMkLst>
        <pc:spChg chg="add">
          <ac:chgData name="John Momberg" userId="b4eda5a285ba7d6f" providerId="LiveId" clId="{D9882631-66C9-47CE-9331-3FC1FB75C43C}" dt="2025-09-15T22:16:14.081" v="155"/>
          <ac:spMkLst>
            <pc:docMk/>
            <pc:sldMk cId="2311735208" sldId="262"/>
            <ac:spMk id="2" creationId="{C3A760EA-5265-D53C-20DE-F2AA9665B6D2}"/>
          </ac:spMkLst>
        </pc:spChg>
        <pc:spChg chg="add">
          <ac:chgData name="John Momberg" userId="b4eda5a285ba7d6f" providerId="LiveId" clId="{D9882631-66C9-47CE-9331-3FC1FB75C43C}" dt="2025-09-15T22:16:17.483" v="156"/>
          <ac:spMkLst>
            <pc:docMk/>
            <pc:sldMk cId="2311735208" sldId="262"/>
            <ac:spMk id="4" creationId="{7D335676-E96E-79F7-9AA3-4124911292A1}"/>
          </ac:spMkLst>
        </pc:spChg>
        <pc:spChg chg="add">
          <ac:chgData name="John Momberg" userId="b4eda5a285ba7d6f" providerId="LiveId" clId="{D9882631-66C9-47CE-9331-3FC1FB75C43C}" dt="2025-09-15T22:16:23.484" v="157"/>
          <ac:spMkLst>
            <pc:docMk/>
            <pc:sldMk cId="2311735208" sldId="262"/>
            <ac:spMk id="6" creationId="{15C3E00E-D461-83F0-62D6-01AF102CEC15}"/>
          </ac:spMkLst>
        </pc:spChg>
        <pc:spChg chg="add del">
          <ac:chgData name="John Momberg" userId="b4eda5a285ba7d6f" providerId="LiveId" clId="{D9882631-66C9-47CE-9331-3FC1FB75C43C}" dt="2025-09-15T22:16:40.241" v="165" actId="478"/>
          <ac:spMkLst>
            <pc:docMk/>
            <pc:sldMk cId="2311735208" sldId="262"/>
            <ac:spMk id="7" creationId="{864C28BD-C3D8-BB85-0DE0-3C6CB88CC6B6}"/>
          </ac:spMkLst>
        </pc:spChg>
        <pc:spChg chg="add">
          <ac:chgData name="John Momberg" userId="b4eda5a285ba7d6f" providerId="LiveId" clId="{D9882631-66C9-47CE-9331-3FC1FB75C43C}" dt="2025-09-15T22:16:30.935" v="161"/>
          <ac:spMkLst>
            <pc:docMk/>
            <pc:sldMk cId="2311735208" sldId="262"/>
            <ac:spMk id="8" creationId="{5AF6CF5F-D53E-CB1E-7103-8B4FF23F9A62}"/>
          </ac:spMkLst>
        </pc:spChg>
        <pc:spChg chg="add">
          <ac:chgData name="John Momberg" userId="b4eda5a285ba7d6f" providerId="LiveId" clId="{D9882631-66C9-47CE-9331-3FC1FB75C43C}" dt="2025-09-15T22:16:32.893" v="162"/>
          <ac:spMkLst>
            <pc:docMk/>
            <pc:sldMk cId="2311735208" sldId="262"/>
            <ac:spMk id="9" creationId="{07A78912-4735-49DE-2E45-5A69CB77B785}"/>
          </ac:spMkLst>
        </pc:spChg>
        <pc:picChg chg="add del mod">
          <ac:chgData name="John Momberg" userId="b4eda5a285ba7d6f" providerId="LiveId" clId="{D9882631-66C9-47CE-9331-3FC1FB75C43C}" dt="2025-09-15T22:17:03.565" v="167" actId="478"/>
          <ac:picMkLst>
            <pc:docMk/>
            <pc:sldMk cId="2311735208" sldId="262"/>
            <ac:picMk id="3" creationId="{21A49BD8-D19D-E5F5-FA12-CE0B335C3B24}"/>
          </ac:picMkLst>
        </pc:picChg>
        <pc:picChg chg="add mod">
          <ac:chgData name="John Momberg" userId="b4eda5a285ba7d6f" providerId="LiveId" clId="{D9882631-66C9-47CE-9331-3FC1FB75C43C}" dt="2025-09-15T22:16:39.447" v="164" actId="1076"/>
          <ac:picMkLst>
            <pc:docMk/>
            <pc:sldMk cId="2311735208" sldId="262"/>
            <ac:picMk id="5" creationId="{B307731B-33EF-A512-5CF9-CB9850E45703}"/>
          </ac:picMkLst>
        </pc:picChg>
        <pc:picChg chg="add mod">
          <ac:chgData name="John Momberg" userId="b4eda5a285ba7d6f" providerId="LiveId" clId="{D9882631-66C9-47CE-9331-3FC1FB75C43C}" dt="2025-09-15T22:17:10.536" v="169" actId="14100"/>
          <ac:picMkLst>
            <pc:docMk/>
            <pc:sldMk cId="2311735208" sldId="262"/>
            <ac:picMk id="10" creationId="{76AD01D7-DF0F-F048-CF50-3CEAEB01A5CF}"/>
          </ac:picMkLst>
        </pc:picChg>
      </pc:sldChg>
      <pc:sldChg chg="addSp delSp modSp add mod setBg">
        <pc:chgData name="John Momberg" userId="b4eda5a285ba7d6f" providerId="LiveId" clId="{D9882631-66C9-47CE-9331-3FC1FB75C43C}" dt="2025-09-15T22:15:59.216" v="153" actId="14100"/>
        <pc:sldMkLst>
          <pc:docMk/>
          <pc:sldMk cId="1553011284" sldId="263"/>
        </pc:sldMkLst>
        <pc:picChg chg="add del mod">
          <ac:chgData name="John Momberg" userId="b4eda5a285ba7d6f" providerId="LiveId" clId="{D9882631-66C9-47CE-9331-3FC1FB75C43C}" dt="2025-09-15T22:15:39.047" v="150" actId="478"/>
          <ac:picMkLst>
            <pc:docMk/>
            <pc:sldMk cId="1553011284" sldId="263"/>
            <ac:picMk id="3" creationId="{0ECA3646-9380-1990-786C-1D7CA9635939}"/>
          </ac:picMkLst>
        </pc:picChg>
        <pc:picChg chg="add mod">
          <ac:chgData name="John Momberg" userId="b4eda5a285ba7d6f" providerId="LiveId" clId="{D9882631-66C9-47CE-9331-3FC1FB75C43C}" dt="2025-09-15T22:15:59.216" v="153" actId="14100"/>
          <ac:picMkLst>
            <pc:docMk/>
            <pc:sldMk cId="1553011284" sldId="263"/>
            <ac:picMk id="5" creationId="{19980266-46E3-8EFB-24DE-970390F7B71C}"/>
          </ac:picMkLst>
        </pc:picChg>
        <pc:picChg chg="add del mod">
          <ac:chgData name="John Momberg" userId="b4eda5a285ba7d6f" providerId="LiveId" clId="{D9882631-66C9-47CE-9331-3FC1FB75C43C}" dt="2025-09-15T22:15:54.838" v="152" actId="14100"/>
          <ac:picMkLst>
            <pc:docMk/>
            <pc:sldMk cId="1553011284" sldId="263"/>
            <ac:picMk id="1026" creationId="{528E0359-932D-3E4E-0CEA-A011F4EC2281}"/>
          </ac:picMkLst>
        </pc:picChg>
      </pc:sldChg>
      <pc:sldChg chg="add del">
        <pc:chgData name="John Momberg" userId="b4eda5a285ba7d6f" providerId="LiveId" clId="{D9882631-66C9-47CE-9331-3FC1FB75C43C}" dt="2025-09-15T19:43:42.711" v="145" actId="47"/>
        <pc:sldMkLst>
          <pc:docMk/>
          <pc:sldMk cId="1888905702" sldId="264"/>
        </pc:sldMkLst>
      </pc:sldChg>
      <pc:sldChg chg="add del">
        <pc:chgData name="John Momberg" userId="b4eda5a285ba7d6f" providerId="LiveId" clId="{D9882631-66C9-47CE-9331-3FC1FB75C43C}" dt="2025-09-15T19:43:44.258" v="146" actId="47"/>
        <pc:sldMkLst>
          <pc:docMk/>
          <pc:sldMk cId="212418122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328D5-C821-3024-D34A-566CE7C7B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9CF6D3-889F-3C99-6DDA-6FAE47302A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6A4D4C-7DCB-5357-9BFF-DCCF17215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11B6A9-6510-EAA9-9E50-0036B93F76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D0A9E2-AB69-8269-7DD9-ED7D8313F0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102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D2688-AB43-407B-A67E-D24A9B5AE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7D1C99-021F-06E3-EE50-CBA701CD0D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11FA1-62EF-0372-B326-7A97751D71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981622-8391-3B8D-1139-487969E64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765EF-E65B-ED50-A8E4-4EB972FA06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31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AA6B9-ACF3-9454-A6E1-3B98F18F00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0440BC-300E-0E85-135A-BF0DE17B2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127C6E-B8FA-FB44-E563-3B997C72A5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F22211-0CB3-35D0-4258-C3320802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7AA59F-5EBC-D3D3-D4B9-AC8DE2CC0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449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B5B1D7-7DD3-87E9-E85A-E926495622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1BF336-65FA-40D0-AAD9-2D0432E34E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F0BD12-9FF8-5BF5-F8CD-DAB3BAD799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375A8F7-BDB1-C8E2-7F9A-D20A829B95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6CB08-96E1-D499-6C0D-50D8FAC5A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C86D28-4B66-B002-F843-2750B4A714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269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38BD9-9DA0-E697-393D-E8B07DA10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183DA9-FF44-7F20-F4BE-59E44601E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99BE7-EB27-20A9-C00F-F46A0AF957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AA6BCD-E206-7E55-BF8A-8141BA6C40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1F5A814-00A1-1C4B-4D53-F575074E13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D34973-05A0-6520-45DA-5DA99714B9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EC63B2-02F6-43AA-2C4F-BE9DB5A57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58417A-B91F-5FE5-BA2C-5E341FC10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5432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67BFC-1EFA-3ABE-3BB9-4AB6BBA14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3A391A1-1B4D-F317-461B-96A279E00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EA7C2D-35B3-409D-97DB-BFC9358C2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34358A-B7AA-E3F2-E210-C2038F8B2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770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7E8503-EA77-25FD-3B62-DEB6B2AB39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C353CC4-7EF9-4787-D02F-E4AF83B4F4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A4133A-5E75-545E-3935-A0476F0AC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092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B98F45-5BDD-A441-579E-AFD20AED1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E460A-1438-932E-32B6-7A3BE2A024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94351-8011-A31E-2F43-E8060430EA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7BF4EB-E6C4-04F4-A42B-ECCD64CEE0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EDC569-5FF6-7B26-6ED4-79C081D8AC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FE52B72-A334-063D-48B6-394A790FEA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925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59A0D-A40D-EFA9-0D2E-CE74189AB7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E9D198-EE1A-7934-923A-7BF3C5487A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0CDC51-A6D9-1462-C193-013E7C9A88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B7BE31-0F4A-FA6A-FB60-9F6DDA4D3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BE2D60-D6B0-6367-E037-E42056A56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917324-D78C-BDAE-28D9-E4B56A946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608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0DB7B-6880-DDFF-025C-42E0EC775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A3724F-8886-5A32-E196-71938205FF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47799E-CC92-B3B3-78A7-D42F1FA7C1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5F393-31EC-15A8-39A7-0C5CB4666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51DCB5-39AE-F172-79F8-F9C985302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4345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D96F67A-63CA-5037-718B-57534643F5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94479-238B-77A3-76A9-F9164B00F5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40A885-CB00-9577-35D6-4D6C323AC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C1DFD-AF05-44DF-D0AD-BC72FCF5B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2850A-E72D-50EA-6390-5593AC5BC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3494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F24698-B707-43C6-D257-CF60EEA3A8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FBBC1A-EF3B-FC73-54F4-54F6CFE9F9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784534-AE87-8527-178E-84AF2285F9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EB3E83-149E-463F-AB7D-DB3B5A9569C2}" type="datetimeFigureOut">
              <a:rPr lang="en-US" smtClean="0"/>
              <a:t>9/15/2025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212400-98B1-AECF-4C3A-1F06E7F0BE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0BDCCD-2994-9A87-FCC3-98143F47B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E7AD77-6776-491B-B73F-E21084B5F2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5803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3F8B01D6-B678-3CEC-3F61-818D7F1E63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18" y="1133589"/>
            <a:ext cx="6059085" cy="4074734"/>
          </a:xfrm>
          <a:prstGeom prst="rect">
            <a:avLst/>
          </a:prstGeom>
        </p:spPr>
      </p:pic>
      <p:pic>
        <p:nvPicPr>
          <p:cNvPr id="5" name="Picture 4" descr="A graph of a diagram&#10;&#10;AI-generated content may be incorrect.">
            <a:extLst>
              <a:ext uri="{FF2B5EF4-FFF2-40B4-BE49-F238E27FC236}">
                <a16:creationId xmlns:a16="http://schemas.microsoft.com/office/drawing/2014/main" id="{F5B63F0C-24AA-5C31-539E-CEB79589D5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55113" y="1133589"/>
            <a:ext cx="6059086" cy="405958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A9829E2-3AEC-526A-A013-5902A7791CE4}"/>
              </a:ext>
            </a:extLst>
          </p:cNvPr>
          <p:cNvSpPr/>
          <p:nvPr/>
        </p:nvSpPr>
        <p:spPr>
          <a:xfrm>
            <a:off x="3867912" y="3170956"/>
            <a:ext cx="731520" cy="91641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2154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25D57-B486-CDF8-78B2-ECA15C823F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lines&#10;&#10;AI-generated content may be incorrect.">
            <a:extLst>
              <a:ext uri="{FF2B5EF4-FFF2-40B4-BE49-F238E27FC236}">
                <a16:creationId xmlns:a16="http://schemas.microsoft.com/office/drawing/2014/main" id="{1305B1DB-784F-DDCB-D197-3F1D3E344B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429001"/>
            <a:ext cx="7218949" cy="342900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8DDD948-2684-53F7-201E-BBE54E6305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7293426" cy="342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489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2A1BD99-BEB0-CF76-D530-B0E8B6539B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4F47EB85-B09B-0BC2-35AD-EAF4016838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25792"/>
            <a:ext cx="7251032" cy="344423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A54878A-B489-3FD9-6108-A8AFA1408B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86605" cy="342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956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74C2F7D-FC99-2AAF-3379-847F11B16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449CABAE-022D-D79E-4BE2-53AA871D24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3624"/>
            <a:ext cx="7293428" cy="34643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676A2BB-65B8-1CDC-14F7-2A9D716D9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93429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2471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DBFA6C4-C76B-0B5C-2638-7589FD867C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115EEA7B-FFAA-651E-BED9-8879C31F4D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6955"/>
            <a:ext cx="7181152" cy="3411046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90C8B7E7-4CB9-0EEA-0C45-FA767041E5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255239" cy="3411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27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98A929-0217-E1A5-B4DE-32DE09F49E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B307731B-33EF-A512-5CF9-CB9850E457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446955"/>
            <a:ext cx="7181152" cy="3411046"/>
          </a:xfrm>
          <a:prstGeom prst="rect">
            <a:avLst/>
          </a:prstGeom>
        </p:spPr>
      </p:pic>
      <p:sp>
        <p:nvSpPr>
          <p:cNvPr id="7" name="AutoShape 8">
            <a:extLst>
              <a:ext uri="{FF2B5EF4-FFF2-40B4-BE49-F238E27FC236}">
                <a16:creationId xmlns:a16="http://schemas.microsoft.com/office/drawing/2014/main" id="{864C28BD-C3D8-BB85-0DE0-3C6CB88CC6B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AD01D7-DF0F-F048-CF50-3CEAEB01A5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7181152" cy="3376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173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4526ED8-1D1C-733B-DB4A-E69088CC81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with numbers and text&#10;&#10;AI-generated content may be incorrect.">
            <a:extLst>
              <a:ext uri="{FF2B5EF4-FFF2-40B4-BE49-F238E27FC236}">
                <a16:creationId xmlns:a16="http://schemas.microsoft.com/office/drawing/2014/main" id="{19980266-46E3-8EFB-24DE-970390F7B7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93623"/>
            <a:ext cx="7293429" cy="3464378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528E0359-932D-3E4E-0CEA-A011F4EC2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293429" cy="3429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30112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John Momberg</dc:creator>
  <cp:lastModifiedBy>John Momberg</cp:lastModifiedBy>
  <cp:revision>1</cp:revision>
  <dcterms:created xsi:type="dcterms:W3CDTF">2025-09-15T19:34:22Z</dcterms:created>
  <dcterms:modified xsi:type="dcterms:W3CDTF">2025-09-15T22:19:26Z</dcterms:modified>
</cp:coreProperties>
</file>