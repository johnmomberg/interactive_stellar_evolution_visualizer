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17349E-4BFB-4501-AFE5-7DEB5222067E}" v="49" dt="2025-09-15T22:27:02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Momberg" userId="b4eda5a285ba7d6f" providerId="LiveId" clId="{D9882631-66C9-47CE-9331-3FC1FB75C43C}"/>
    <pc:docChg chg="undo custSel addSld delSld modSld">
      <pc:chgData name="John Momberg" userId="b4eda5a285ba7d6f" providerId="LiveId" clId="{D9882631-66C9-47CE-9331-3FC1FB75C43C}" dt="2025-09-15T22:27:10.852" v="171" actId="14100"/>
      <pc:docMkLst>
        <pc:docMk/>
      </pc:docMkLst>
      <pc:sldChg chg="addSp delSp modSp new mod setBg">
        <pc:chgData name="John Momberg" userId="b4eda5a285ba7d6f" providerId="LiveId" clId="{D9882631-66C9-47CE-9331-3FC1FB75C43C}" dt="2025-09-15T20:01:39.296" v="133"/>
        <pc:sldMkLst>
          <pc:docMk/>
          <pc:sldMk cId="2192650771" sldId="256"/>
        </pc:sldMkLst>
        <pc:grpChg chg="del mod">
          <ac:chgData name="John Momberg" userId="b4eda5a285ba7d6f" providerId="LiveId" clId="{D9882631-66C9-47CE-9331-3FC1FB75C43C}" dt="2025-09-15T20:01:39.296" v="133"/>
          <ac:grpSpMkLst>
            <pc:docMk/>
            <pc:sldMk cId="2192650771" sldId="256"/>
            <ac:grpSpMk id="19" creationId="{BBDE143A-CB7F-6F81-FA35-2C759F1BCE0F}"/>
          </ac:grpSpMkLst>
        </pc:grpChg>
        <pc:grpChg chg="mod">
          <ac:chgData name="John Momberg" userId="b4eda5a285ba7d6f" providerId="LiveId" clId="{D9882631-66C9-47CE-9331-3FC1FB75C43C}" dt="2025-09-15T20:01:39.296" v="133"/>
          <ac:grpSpMkLst>
            <pc:docMk/>
            <pc:sldMk cId="2192650771" sldId="256"/>
            <ac:grpSpMk id="21" creationId="{24A61498-5BDB-76B2-F7EA-2AE7E25823F1}"/>
          </ac:grpSpMkLst>
        </pc:grpChg>
        <pc:picChg chg="add mod ord">
          <ac:chgData name="John Momberg" userId="b4eda5a285ba7d6f" providerId="LiveId" clId="{D9882631-66C9-47CE-9331-3FC1FB75C43C}" dt="2025-09-15T19:58:24.970" v="103" actId="1076"/>
          <ac:picMkLst>
            <pc:docMk/>
            <pc:sldMk cId="2192650771" sldId="256"/>
            <ac:picMk id="3" creationId="{02B1D284-EDEC-461F-997A-AE53D1E70AC5}"/>
          </ac:picMkLst>
        </pc:picChg>
        <pc:picChg chg="add mod">
          <ac:chgData name="John Momberg" userId="b4eda5a285ba7d6f" providerId="LiveId" clId="{D9882631-66C9-47CE-9331-3FC1FB75C43C}" dt="2025-09-15T19:58:27.960" v="104" actId="1076"/>
          <ac:picMkLst>
            <pc:docMk/>
            <pc:sldMk cId="2192650771" sldId="256"/>
            <ac:picMk id="5" creationId="{32CA1B94-D34E-6C74-4CC8-A91684E80AC6}"/>
          </ac:picMkLst>
        </pc:picChg>
        <pc:picChg chg="add del mod">
          <ac:chgData name="John Momberg" userId="b4eda5a285ba7d6f" providerId="LiveId" clId="{D9882631-66C9-47CE-9331-3FC1FB75C43C}" dt="2025-09-15T19:59:40.307" v="110" actId="478"/>
          <ac:picMkLst>
            <pc:docMk/>
            <pc:sldMk cId="2192650771" sldId="256"/>
            <ac:picMk id="7" creationId="{9EAF891A-7246-348D-30B0-8DC5E1C726C7}"/>
          </ac:picMkLst>
        </pc:picChg>
        <pc:picChg chg="add mod">
          <ac:chgData name="John Momberg" userId="b4eda5a285ba7d6f" providerId="LiveId" clId="{D9882631-66C9-47CE-9331-3FC1FB75C43C}" dt="2025-09-15T19:59:49.383" v="115" actId="1076"/>
          <ac:picMkLst>
            <pc:docMk/>
            <pc:sldMk cId="2192650771" sldId="256"/>
            <ac:picMk id="9" creationId="{E89FA525-841C-ECF9-C378-3D3929A3679D}"/>
          </ac:picMkLst>
        </pc:picChg>
        <pc:inkChg chg="add del">
          <ac:chgData name="John Momberg" userId="b4eda5a285ba7d6f" providerId="LiveId" clId="{D9882631-66C9-47CE-9331-3FC1FB75C43C}" dt="2025-09-15T20:00:03.181" v="117" actId="9405"/>
          <ac:inkMkLst>
            <pc:docMk/>
            <pc:sldMk cId="2192650771" sldId="256"/>
            <ac:inkMk id="10" creationId="{2FF42CB4-C6F8-3D92-8B3E-55B506BE0E07}"/>
          </ac:inkMkLst>
        </pc:inkChg>
        <pc:inkChg chg="add">
          <ac:chgData name="John Momberg" userId="b4eda5a285ba7d6f" providerId="LiveId" clId="{D9882631-66C9-47CE-9331-3FC1FB75C43C}" dt="2025-09-15T20:00:06.417" v="118" actId="9405"/>
          <ac:inkMkLst>
            <pc:docMk/>
            <pc:sldMk cId="2192650771" sldId="256"/>
            <ac:inkMk id="11" creationId="{A8822873-8368-D97B-6E6E-E57316A47B45}"/>
          </ac:inkMkLst>
        </pc:inkChg>
        <pc:inkChg chg="add del">
          <ac:chgData name="John Momberg" userId="b4eda5a285ba7d6f" providerId="LiveId" clId="{D9882631-66C9-47CE-9331-3FC1FB75C43C}" dt="2025-09-15T20:01:19.695" v="126" actId="9405"/>
          <ac:inkMkLst>
            <pc:docMk/>
            <pc:sldMk cId="2192650771" sldId="256"/>
            <ac:inkMk id="12" creationId="{E6D00EDF-3CEE-A192-62F2-536622830E1F}"/>
          </ac:inkMkLst>
        </pc:inkChg>
        <pc:inkChg chg="add del">
          <ac:chgData name="John Momberg" userId="b4eda5a285ba7d6f" providerId="LiveId" clId="{D9882631-66C9-47CE-9331-3FC1FB75C43C}" dt="2025-09-15T20:01:19.378" v="125" actId="9405"/>
          <ac:inkMkLst>
            <pc:docMk/>
            <pc:sldMk cId="2192650771" sldId="256"/>
            <ac:inkMk id="13" creationId="{567E1EC1-C689-7A60-BDBD-E8E454017962}"/>
          </ac:inkMkLst>
        </pc:inkChg>
        <pc:inkChg chg="add del">
          <ac:chgData name="John Momberg" userId="b4eda5a285ba7d6f" providerId="LiveId" clId="{D9882631-66C9-47CE-9331-3FC1FB75C43C}" dt="2025-09-15T20:01:18.559" v="124" actId="9405"/>
          <ac:inkMkLst>
            <pc:docMk/>
            <pc:sldMk cId="2192650771" sldId="256"/>
            <ac:inkMk id="14" creationId="{51AFC992-7FE2-37EC-F587-79D18ACE91C0}"/>
          </ac:inkMkLst>
        </pc:inkChg>
        <pc:inkChg chg="add">
          <ac:chgData name="John Momberg" userId="b4eda5a285ba7d6f" providerId="LiveId" clId="{D9882631-66C9-47CE-9331-3FC1FB75C43C}" dt="2025-09-15T20:01:24.426" v="127" actId="9405"/>
          <ac:inkMkLst>
            <pc:docMk/>
            <pc:sldMk cId="2192650771" sldId="256"/>
            <ac:inkMk id="15" creationId="{EB21F05D-9007-6E12-4B84-D0598389BAC9}"/>
          </ac:inkMkLst>
        </pc:inkChg>
        <pc:inkChg chg="add">
          <ac:chgData name="John Momberg" userId="b4eda5a285ba7d6f" providerId="LiveId" clId="{D9882631-66C9-47CE-9331-3FC1FB75C43C}" dt="2025-09-15T20:01:27.804" v="128" actId="9405"/>
          <ac:inkMkLst>
            <pc:docMk/>
            <pc:sldMk cId="2192650771" sldId="256"/>
            <ac:inkMk id="16" creationId="{278B39D8-89B4-912D-9893-352B8E328760}"/>
          </ac:inkMkLst>
        </pc:inkChg>
        <pc:inkChg chg="add mod">
          <ac:chgData name="John Momberg" userId="b4eda5a285ba7d6f" providerId="LiveId" clId="{D9882631-66C9-47CE-9331-3FC1FB75C43C}" dt="2025-09-15T20:01:39.296" v="133"/>
          <ac:inkMkLst>
            <pc:docMk/>
            <pc:sldMk cId="2192650771" sldId="256"/>
            <ac:inkMk id="17" creationId="{C9F16982-6EF8-F016-3696-C2C102694DF1}"/>
          </ac:inkMkLst>
        </pc:inkChg>
        <pc:inkChg chg="add mod">
          <ac:chgData name="John Momberg" userId="b4eda5a285ba7d6f" providerId="LiveId" clId="{D9882631-66C9-47CE-9331-3FC1FB75C43C}" dt="2025-09-15T20:01:39.296" v="133"/>
          <ac:inkMkLst>
            <pc:docMk/>
            <pc:sldMk cId="2192650771" sldId="256"/>
            <ac:inkMk id="18" creationId="{EC75652B-464A-2D26-4D65-99BEAEBD520B}"/>
          </ac:inkMkLst>
        </pc:inkChg>
        <pc:inkChg chg="add mod">
          <ac:chgData name="John Momberg" userId="b4eda5a285ba7d6f" providerId="LiveId" clId="{D9882631-66C9-47CE-9331-3FC1FB75C43C}" dt="2025-09-15T20:01:39.296" v="133"/>
          <ac:inkMkLst>
            <pc:docMk/>
            <pc:sldMk cId="2192650771" sldId="256"/>
            <ac:inkMk id="20" creationId="{7F19B4A0-567F-B1F4-2FA8-937E2937A8E3}"/>
          </ac:inkMkLst>
        </pc:inkChg>
      </pc:sldChg>
      <pc:sldChg chg="addSp delSp modSp new del mod">
        <pc:chgData name="John Momberg" userId="b4eda5a285ba7d6f" providerId="LiveId" clId="{D9882631-66C9-47CE-9331-3FC1FB75C43C}" dt="2025-09-15T19:54:17.912" v="7" actId="680"/>
        <pc:sldMkLst>
          <pc:docMk/>
          <pc:sldMk cId="3972770730" sldId="256"/>
        </pc:sldMkLst>
        <pc:spChg chg="add del mod">
          <ac:chgData name="John Momberg" userId="b4eda5a285ba7d6f" providerId="LiveId" clId="{D9882631-66C9-47CE-9331-3FC1FB75C43C}" dt="2025-09-15T19:54:17.732" v="6" actId="22"/>
          <ac:spMkLst>
            <pc:docMk/>
            <pc:sldMk cId="3972770730" sldId="256"/>
            <ac:spMk id="3" creationId="{D3EA9370-E1DD-7D6E-2106-2FCBAD3AC9B1}"/>
          </ac:spMkLst>
        </pc:spChg>
      </pc:sldChg>
      <pc:sldChg chg="addSp delSp modSp add mod setBg">
        <pc:chgData name="John Momberg" userId="b4eda5a285ba7d6f" providerId="LiveId" clId="{D9882631-66C9-47CE-9331-3FC1FB75C43C}" dt="2025-09-15T22:27:10.852" v="171" actId="14100"/>
        <pc:sldMkLst>
          <pc:docMk/>
          <pc:sldMk cId="1025619520" sldId="257"/>
        </pc:sldMkLst>
        <pc:spChg chg="add">
          <ac:chgData name="John Momberg" userId="b4eda5a285ba7d6f" providerId="LiveId" clId="{D9882631-66C9-47CE-9331-3FC1FB75C43C}" dt="2025-09-15T22:26:59.453" v="168"/>
          <ac:spMkLst>
            <pc:docMk/>
            <pc:sldMk cId="1025619520" sldId="257"/>
            <ac:spMk id="2" creationId="{CF92F36C-A988-AFD7-4427-853DFCED618D}"/>
          </ac:spMkLst>
        </pc:spChg>
        <pc:picChg chg="add del mod">
          <ac:chgData name="John Momberg" userId="b4eda5a285ba7d6f" providerId="LiveId" clId="{D9882631-66C9-47CE-9331-3FC1FB75C43C}" dt="2025-09-15T22:26:58.716" v="167" actId="478"/>
          <ac:picMkLst>
            <pc:docMk/>
            <pc:sldMk cId="1025619520" sldId="257"/>
            <ac:picMk id="3" creationId="{B04C5BC6-7DCD-EB15-4841-444A4AE4A9FC}"/>
          </ac:picMkLst>
        </pc:picChg>
        <pc:picChg chg="add mod">
          <ac:chgData name="John Momberg" userId="b4eda5a285ba7d6f" providerId="LiveId" clId="{D9882631-66C9-47CE-9331-3FC1FB75C43C}" dt="2025-09-15T22:27:10.852" v="171" actId="14100"/>
          <ac:picMkLst>
            <pc:docMk/>
            <pc:sldMk cId="1025619520" sldId="257"/>
            <ac:picMk id="4" creationId="{538FEDAE-A7A2-C124-129D-8E8E84A331C0}"/>
          </ac:picMkLst>
        </pc:picChg>
        <pc:picChg chg="add mod">
          <ac:chgData name="John Momberg" userId="b4eda5a285ba7d6f" providerId="LiveId" clId="{D9882631-66C9-47CE-9331-3FC1FB75C43C}" dt="2025-09-15T19:55:02.334" v="25" actId="14100"/>
          <ac:picMkLst>
            <pc:docMk/>
            <pc:sldMk cId="1025619520" sldId="257"/>
            <ac:picMk id="5" creationId="{AA6F7985-2ED6-9822-B755-B160BA0139BB}"/>
          </ac:picMkLst>
        </pc:picChg>
        <pc:inkChg chg="add del">
          <ac:chgData name="John Momberg" userId="b4eda5a285ba7d6f" providerId="LiveId" clId="{D9882631-66C9-47CE-9331-3FC1FB75C43C}" dt="2025-09-15T20:00:54.998" v="123" actId="9405"/>
          <ac:inkMkLst>
            <pc:docMk/>
            <pc:sldMk cId="1025619520" sldId="257"/>
            <ac:inkMk id="6" creationId="{BF77E939-C07A-6B25-7499-47E78BF9AAA8}"/>
          </ac:inkMkLst>
        </pc:inkChg>
      </pc:sldChg>
      <pc:sldChg chg="addSp delSp modSp add mod setBg">
        <pc:chgData name="John Momberg" userId="b4eda5a285ba7d6f" providerId="LiveId" clId="{D9882631-66C9-47CE-9331-3FC1FB75C43C}" dt="2025-09-15T22:26:50.400" v="166" actId="14100"/>
        <pc:sldMkLst>
          <pc:docMk/>
          <pc:sldMk cId="3960467395" sldId="258"/>
        </pc:sldMkLst>
        <pc:picChg chg="add mod">
          <ac:chgData name="John Momberg" userId="b4eda5a285ba7d6f" providerId="LiveId" clId="{D9882631-66C9-47CE-9331-3FC1FB75C43C}" dt="2025-09-15T22:26:50.400" v="166" actId="14100"/>
          <ac:picMkLst>
            <pc:docMk/>
            <pc:sldMk cId="3960467395" sldId="258"/>
            <ac:picMk id="2" creationId="{C5DFEC6C-DE63-32CC-3C83-6C4C29A07AB5}"/>
          </ac:picMkLst>
        </pc:picChg>
        <pc:picChg chg="add del mod">
          <ac:chgData name="John Momberg" userId="b4eda5a285ba7d6f" providerId="LiveId" clId="{D9882631-66C9-47CE-9331-3FC1FB75C43C}" dt="2025-09-15T22:26:33.748" v="163" actId="478"/>
          <ac:picMkLst>
            <pc:docMk/>
            <pc:sldMk cId="3960467395" sldId="258"/>
            <ac:picMk id="3" creationId="{21CFFED3-25C1-AF87-EA82-95DFC91610E9}"/>
          </ac:picMkLst>
        </pc:picChg>
        <pc:picChg chg="add mod">
          <ac:chgData name="John Momberg" userId="b4eda5a285ba7d6f" providerId="LiveId" clId="{D9882631-66C9-47CE-9331-3FC1FB75C43C}" dt="2025-09-15T19:55:29.520" v="36" actId="14100"/>
          <ac:picMkLst>
            <pc:docMk/>
            <pc:sldMk cId="3960467395" sldId="258"/>
            <ac:picMk id="5" creationId="{99F6B83D-BAFA-CFF0-68E3-2C40BB0A157B}"/>
          </ac:picMkLst>
        </pc:picChg>
      </pc:sldChg>
      <pc:sldChg chg="addSp delSp modSp add mod setBg">
        <pc:chgData name="John Momberg" userId="b4eda5a285ba7d6f" providerId="LiveId" clId="{D9882631-66C9-47CE-9331-3FC1FB75C43C}" dt="2025-09-15T22:26:28.523" v="162" actId="14100"/>
        <pc:sldMkLst>
          <pc:docMk/>
          <pc:sldMk cId="846884034" sldId="259"/>
        </pc:sldMkLst>
        <pc:spChg chg="add">
          <ac:chgData name="John Momberg" userId="b4eda5a285ba7d6f" providerId="LiveId" clId="{D9882631-66C9-47CE-9331-3FC1FB75C43C}" dt="2025-09-15T22:26:20.279" v="159"/>
          <ac:spMkLst>
            <pc:docMk/>
            <pc:sldMk cId="846884034" sldId="259"/>
            <ac:spMk id="2" creationId="{72BC5E48-35EB-B671-2BB8-5949BEA14EB8}"/>
          </ac:spMkLst>
        </pc:spChg>
        <pc:picChg chg="add del mod">
          <ac:chgData name="John Momberg" userId="b4eda5a285ba7d6f" providerId="LiveId" clId="{D9882631-66C9-47CE-9331-3FC1FB75C43C}" dt="2025-09-15T22:26:11.270" v="158" actId="478"/>
          <ac:picMkLst>
            <pc:docMk/>
            <pc:sldMk cId="846884034" sldId="259"/>
            <ac:picMk id="3" creationId="{4B0AA757-AC90-B3A7-7327-017F8794721C}"/>
          </ac:picMkLst>
        </pc:picChg>
        <pc:picChg chg="add mod">
          <ac:chgData name="John Momberg" userId="b4eda5a285ba7d6f" providerId="LiveId" clId="{D9882631-66C9-47CE-9331-3FC1FB75C43C}" dt="2025-09-15T22:26:28.523" v="162" actId="14100"/>
          <ac:picMkLst>
            <pc:docMk/>
            <pc:sldMk cId="846884034" sldId="259"/>
            <ac:picMk id="4" creationId="{6D0285D4-0DF3-2123-59FE-40497A855771}"/>
          </ac:picMkLst>
        </pc:picChg>
        <pc:picChg chg="add mod">
          <ac:chgData name="John Momberg" userId="b4eda5a285ba7d6f" providerId="LiveId" clId="{D9882631-66C9-47CE-9331-3FC1FB75C43C}" dt="2025-09-15T19:56:11.465" v="46" actId="14100"/>
          <ac:picMkLst>
            <pc:docMk/>
            <pc:sldMk cId="846884034" sldId="259"/>
            <ac:picMk id="5" creationId="{D259352D-0846-7360-AABA-60E8A4E1D6EB}"/>
          </ac:picMkLst>
        </pc:picChg>
      </pc:sldChg>
      <pc:sldChg chg="addSp delSp modSp add mod setBg">
        <pc:chgData name="John Momberg" userId="b4eda5a285ba7d6f" providerId="LiveId" clId="{D9882631-66C9-47CE-9331-3FC1FB75C43C}" dt="2025-09-15T22:26:08.935" v="157" actId="14100"/>
        <pc:sldMkLst>
          <pc:docMk/>
          <pc:sldMk cId="3874484798" sldId="260"/>
        </pc:sldMkLst>
        <pc:spChg chg="add">
          <ac:chgData name="John Momberg" userId="b4eda5a285ba7d6f" providerId="LiveId" clId="{D9882631-66C9-47CE-9331-3FC1FB75C43C}" dt="2025-09-15T22:25:57.828" v="154"/>
          <ac:spMkLst>
            <pc:docMk/>
            <pc:sldMk cId="3874484798" sldId="260"/>
            <ac:spMk id="2" creationId="{54A56049-968C-68F4-73ED-C3D9F5CA886A}"/>
          </ac:spMkLst>
        </pc:spChg>
        <pc:picChg chg="add del mod">
          <ac:chgData name="John Momberg" userId="b4eda5a285ba7d6f" providerId="LiveId" clId="{D9882631-66C9-47CE-9331-3FC1FB75C43C}" dt="2025-09-15T22:25:51.594" v="153" actId="478"/>
          <ac:picMkLst>
            <pc:docMk/>
            <pc:sldMk cId="3874484798" sldId="260"/>
            <ac:picMk id="3" creationId="{35889DF4-E6C8-7170-0CB3-D3FF63F02B8A}"/>
          </ac:picMkLst>
        </pc:picChg>
        <pc:picChg chg="add mod">
          <ac:chgData name="John Momberg" userId="b4eda5a285ba7d6f" providerId="LiveId" clId="{D9882631-66C9-47CE-9331-3FC1FB75C43C}" dt="2025-09-15T22:26:08.935" v="157" actId="14100"/>
          <ac:picMkLst>
            <pc:docMk/>
            <pc:sldMk cId="3874484798" sldId="260"/>
            <ac:picMk id="4" creationId="{F128C365-576A-2565-491F-7921BCE279F6}"/>
          </ac:picMkLst>
        </pc:picChg>
        <pc:picChg chg="add mod">
          <ac:chgData name="John Momberg" userId="b4eda5a285ba7d6f" providerId="LiveId" clId="{D9882631-66C9-47CE-9331-3FC1FB75C43C}" dt="2025-09-15T19:56:35.115" v="56" actId="14100"/>
          <ac:picMkLst>
            <pc:docMk/>
            <pc:sldMk cId="3874484798" sldId="260"/>
            <ac:picMk id="5" creationId="{46B986D5-6B97-8B9D-4843-821835248687}"/>
          </ac:picMkLst>
        </pc:picChg>
      </pc:sldChg>
      <pc:sldChg chg="addSp delSp modSp add mod setBg">
        <pc:chgData name="John Momberg" userId="b4eda5a285ba7d6f" providerId="LiveId" clId="{D9882631-66C9-47CE-9331-3FC1FB75C43C}" dt="2025-09-15T22:25:47.173" v="152" actId="14100"/>
        <pc:sldMkLst>
          <pc:docMk/>
          <pc:sldMk cId="381786872" sldId="261"/>
        </pc:sldMkLst>
        <pc:picChg chg="add mod">
          <ac:chgData name="John Momberg" userId="b4eda5a285ba7d6f" providerId="LiveId" clId="{D9882631-66C9-47CE-9331-3FC1FB75C43C}" dt="2025-09-15T22:25:47.173" v="152" actId="14100"/>
          <ac:picMkLst>
            <pc:docMk/>
            <pc:sldMk cId="381786872" sldId="261"/>
            <ac:picMk id="2" creationId="{BFFA1672-6BB5-8CC6-1E8E-3A0A92FDE346}"/>
          </ac:picMkLst>
        </pc:picChg>
        <pc:picChg chg="add del mod">
          <ac:chgData name="John Momberg" userId="b4eda5a285ba7d6f" providerId="LiveId" clId="{D9882631-66C9-47CE-9331-3FC1FB75C43C}" dt="2025-09-15T22:25:27.329" v="148" actId="478"/>
          <ac:picMkLst>
            <pc:docMk/>
            <pc:sldMk cId="381786872" sldId="261"/>
            <ac:picMk id="3" creationId="{57139C5C-B2B0-1AB2-DF74-77E1558CFCD0}"/>
          </ac:picMkLst>
        </pc:picChg>
        <pc:picChg chg="add mod">
          <ac:chgData name="John Momberg" userId="b4eda5a285ba7d6f" providerId="LiveId" clId="{D9882631-66C9-47CE-9331-3FC1FB75C43C}" dt="2025-09-15T19:56:55.457" v="66" actId="14100"/>
          <ac:picMkLst>
            <pc:docMk/>
            <pc:sldMk cId="381786872" sldId="261"/>
            <ac:picMk id="5" creationId="{35055856-F420-98A4-259B-397FFA3B1A84}"/>
          </ac:picMkLst>
        </pc:picChg>
      </pc:sldChg>
      <pc:sldChg chg="addSp delSp modSp add mod setBg">
        <pc:chgData name="John Momberg" userId="b4eda5a285ba7d6f" providerId="LiveId" clId="{D9882631-66C9-47CE-9331-3FC1FB75C43C}" dt="2025-09-15T22:25:22.820" v="147" actId="14100"/>
        <pc:sldMkLst>
          <pc:docMk/>
          <pc:sldMk cId="1491776837" sldId="262"/>
        </pc:sldMkLst>
        <pc:spChg chg="add">
          <ac:chgData name="John Momberg" userId="b4eda5a285ba7d6f" providerId="LiveId" clId="{D9882631-66C9-47CE-9331-3FC1FB75C43C}" dt="2025-09-15T22:24:56.501" v="140"/>
          <ac:spMkLst>
            <pc:docMk/>
            <pc:sldMk cId="1491776837" sldId="262"/>
            <ac:spMk id="2" creationId="{1EF402B4-AD1A-40D7-8B9A-7F1590F0F124}"/>
          </ac:spMkLst>
        </pc:spChg>
        <pc:spChg chg="add mod">
          <ac:chgData name="John Momberg" userId="b4eda5a285ba7d6f" providerId="LiveId" clId="{D9882631-66C9-47CE-9331-3FC1FB75C43C}" dt="2025-09-15T22:25:09.781" v="143" actId="115"/>
          <ac:spMkLst>
            <pc:docMk/>
            <pc:sldMk cId="1491776837" sldId="262"/>
            <ac:spMk id="4" creationId="{AF0CD72D-CDC1-74CC-D9F8-1C74F2C9B8E9}"/>
          </ac:spMkLst>
        </pc:spChg>
        <pc:spChg chg="add mod">
          <ac:chgData name="John Momberg" userId="b4eda5a285ba7d6f" providerId="LiveId" clId="{D9882631-66C9-47CE-9331-3FC1FB75C43C}" dt="2025-09-15T22:25:11.436" v="144"/>
          <ac:spMkLst>
            <pc:docMk/>
            <pc:sldMk cId="1491776837" sldId="262"/>
            <ac:spMk id="6" creationId="{40408F49-33C8-C11A-9005-7FC1BF5D8BF5}"/>
          </ac:spMkLst>
        </pc:spChg>
        <pc:picChg chg="add del mod">
          <ac:chgData name="John Momberg" userId="b4eda5a285ba7d6f" providerId="LiveId" clId="{D9882631-66C9-47CE-9331-3FC1FB75C43C}" dt="2025-09-15T22:24:48.610" v="139" actId="478"/>
          <ac:picMkLst>
            <pc:docMk/>
            <pc:sldMk cId="1491776837" sldId="262"/>
            <ac:picMk id="3" creationId="{E6BF164F-EE12-B102-5E2C-4ED1CCE941D8}"/>
          </ac:picMkLst>
        </pc:picChg>
        <pc:picChg chg="add mod">
          <ac:chgData name="John Momberg" userId="b4eda5a285ba7d6f" providerId="LiveId" clId="{D9882631-66C9-47CE-9331-3FC1FB75C43C}" dt="2025-09-15T19:57:16.810" v="76" actId="14100"/>
          <ac:picMkLst>
            <pc:docMk/>
            <pc:sldMk cId="1491776837" sldId="262"/>
            <ac:picMk id="5" creationId="{8AC32346-438E-4B10-B419-4B85EBFA9E0C}"/>
          </ac:picMkLst>
        </pc:picChg>
        <pc:picChg chg="add mod">
          <ac:chgData name="John Momberg" userId="b4eda5a285ba7d6f" providerId="LiveId" clId="{D9882631-66C9-47CE-9331-3FC1FB75C43C}" dt="2025-09-15T22:25:22.820" v="147" actId="14100"/>
          <ac:picMkLst>
            <pc:docMk/>
            <pc:sldMk cId="1491776837" sldId="262"/>
            <ac:picMk id="7" creationId="{4FF81837-660F-6DE6-6E8A-63EF111C2486}"/>
          </ac:picMkLst>
        </pc:picChg>
      </pc:sldChg>
      <pc:sldChg chg="addSp delSp modSp add mod setBg">
        <pc:chgData name="John Momberg" userId="b4eda5a285ba7d6f" providerId="LiveId" clId="{D9882631-66C9-47CE-9331-3FC1FB75C43C}" dt="2025-09-15T22:24:28.959" v="138" actId="14100"/>
        <pc:sldMkLst>
          <pc:docMk/>
          <pc:sldMk cId="3398989410" sldId="263"/>
        </pc:sldMkLst>
        <pc:picChg chg="add del mod">
          <ac:chgData name="John Momberg" userId="b4eda5a285ba7d6f" providerId="LiveId" clId="{D9882631-66C9-47CE-9331-3FC1FB75C43C}" dt="2025-09-15T22:24:14.742" v="134" actId="478"/>
          <ac:picMkLst>
            <pc:docMk/>
            <pc:sldMk cId="3398989410" sldId="263"/>
            <ac:picMk id="3" creationId="{67823AC2-E4EF-7CA9-6618-A18AB9BF6202}"/>
          </ac:picMkLst>
        </pc:picChg>
        <pc:picChg chg="add mod">
          <ac:chgData name="John Momberg" userId="b4eda5a285ba7d6f" providerId="LiveId" clId="{D9882631-66C9-47CE-9331-3FC1FB75C43C}" dt="2025-09-15T19:57:38.613" v="86" actId="14100"/>
          <ac:picMkLst>
            <pc:docMk/>
            <pc:sldMk cId="3398989410" sldId="263"/>
            <ac:picMk id="5" creationId="{8C8E01CF-DF4C-8569-F858-34CF3BBAC8AF}"/>
          </ac:picMkLst>
        </pc:picChg>
        <pc:picChg chg="add mod">
          <ac:chgData name="John Momberg" userId="b4eda5a285ba7d6f" providerId="LiveId" clId="{D9882631-66C9-47CE-9331-3FC1FB75C43C}" dt="2025-09-15T22:24:28.959" v="138" actId="14100"/>
          <ac:picMkLst>
            <pc:docMk/>
            <pc:sldMk cId="3398989410" sldId="263"/>
            <ac:picMk id="1026" creationId="{7D928897-116A-2927-5DCE-0B93E0404A09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20:00:06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1652 3 24575,'-159'-2'0,"-176"5"0,322-1 0,0 1 0,0-1 0,1 2 0,-1 0 0,1 0 0,0 2 0,0-1 0,-21 14 0,-6 8 0,-40 36 0,18-14 0,-23 9 0,58-42 0,1 1 0,1 1 0,1 1 0,0 1 0,1 1 0,-20 26 0,-19 32 0,-88 88 0,136-153 0,2 0 0,-1 0 0,2 1 0,0 1 0,1-1 0,-9 23 0,-32 104 0,34-91 0,-22 50 0,-15 6 0,-31 76 0,75-157 0,0 1 0,2-1 0,1 1 0,1 1 0,-1 37 0,6 192 0,2-121 0,-2-119 0,1 0 0,1-1 0,0 1 0,2 0 0,-1-1 0,2 0 0,0 0 0,2 0 0,10 21 0,-4-14 0,2-1 0,0-1 0,1 0 0,1-2 0,28 26 0,-28-27 0,0 2 0,24 37 0,19 22 0,-39-57 0,2-1 0,0-1 0,2-1 0,0-1 0,1-2 0,0 0 0,1-1 0,1-2 0,1-1 0,38 11 0,-16-14 0,-1-2 0,1-2 0,0-3 0,83-6 0,-22 0 0,-90 3 0,0-1 0,-1-1 0,0-1 0,0 0 0,0-2 0,0-1 0,35-16 0,6-9 0,62-44 0,-61 37 0,-16 8 0,-2-1 0,-1-3 0,49-49 0,103-136 0,-92 105 0,-72 83 0,-1-2 0,-1-1 0,-2-2 0,-2-1 0,30-56 0,16-78 0,-64 144 0,0 1 0,-2-2 0,-1 1 0,2-41 0,-6 37 0,-1 0 0,-1 1 0,-8-45 0,6 62 0,-1-1 0,0 1 0,-1 0 0,0 1 0,-1-1 0,-1 1 0,0 0 0,-1 0 0,-14-18 0,0 6 0,1-1 0,2-1 0,0 0 0,2-2 0,-24-54 0,32 60 0,-2 1 0,0 0 0,-1 1 0,-25-33 0,-70-72 0,13 19 0,44 45 0,-45-60 0,87 110-341,0 0 0,-1 1-1,-13-12 1,-3 1-6485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20:01:24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3817 24575,'44'-1'0,"-1"-3"0,0 0 0,0-3 0,-1-2 0,1-1 0,-2-3 0,0-1 0,0-2 0,-2-1 0,0-3 0,-1-1 0,54-39 0,1-13 0,-39 29 0,93-57 0,-83 61 0,107-87 0,-123 86 0,281-217 0,-265 211 0,61-61 0,-105 90 0,34-31 0,-3-2 0,-1-2 0,-3-3 0,52-80 0,25-89 0,-87 154 0,34-91 0,62-141 0,-93 214 0,-18 43 0,29-92 0,-26 62 0,-13 42 0,8-43 0,-14 54 0,1 0 0,19-41 0,9-29 0,-22 52 0,25-56 0,-1 5 0,-26 66 0,2 0 0,0 1 0,19-27 0,24-47 0,4-63 0,-49 114 0,-11 41 0,1 0 0,1 0 0,-1 1 0,1-1 0,0 0 0,1 0 0,-1 1 0,1-1 0,1 1 0,-1 0 0,8-9 0,68-69 36,-48 53-503,-1-1 0,30-44 0,-50 61-6359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20:01:27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24575,'115'-2'0,"127"4"0,-157 11 0,-54-8 0,57 4 0,33-10 0,-42-1 0,0 3 0,95 15 0,-69-3 0,60 12 0,-149-22 0,-1 2 0,0 0 0,0 0 0,-1 1 0,0 1 0,0 1 0,0 0 0,15 11 0,-16-9 0,2-1 0,-1-1 0,1 0 0,23 8 0,28 15 0,-40-16 0,220 111 0,242 108 0,-475-226 0,-1 1 0,0 0 0,-1 1 0,0 0 0,0 1 0,-1 0 0,16 24 0,-13-17 0,1-1 0,27 26 0,28 27 0,-50-48 0,36 32 0,128 116 0,-148-142 0,-2 1 0,-1 2 0,-1 1 0,30 41 0,68 88 0,2-23 0,-115-125 0,0-1 0,1-1 0,1 0 0,0-1 0,26 10 0,-19-8 0,47 29 0,80 48 0,-78-49 0,-50-24-227,-1 1-1,-1 2 1,-1 0-1,0 1 1,31 40-1,-42-48-6598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20:01:32.8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4600 2 24575,'-1'0'0,"-17"-1"0,0 0 0,-1 2 0,1 0 0,0 1 0,0 1 0,0 1 0,0 0 0,-30 13 0,4-1 0,-2-2 0,0-1 0,0-3 0,-63 6 0,32-4 0,-511 119 0,380-80 0,59-19 0,90-23 0,2 4 0,-1 1 0,2 4 0,-66 28 0,97-36 0,-1-2 0,1-1 0,-1-1 0,-1-1 0,1-1 0,-1-1 0,-28-2 0,-13 4 0,-595 6 0,398-14 0,-1166 3 0,1427 0 0,1 0 0,-1 0 0,0 0 0,1 1 0,-1-1 0,1 1 0,-1 0 0,1 0 0,-1 0 0,1 0 0,-1 1 0,1 0 0,0-1 0,0 1 0,-4 3 0,5-2 0,0-1 0,0 0 0,1 1 0,-1-1 0,1 1 0,0-1 0,-1 1 0,1 0 0,0 0 0,1 0 0,-1-1 0,1 1 0,-1 0 0,1 0 0,0 0 0,0 0 0,0 0 0,0 0 0,2 5 0,-1 2 0,1-1 0,1 0 0,-1 0 0,1 0 0,1-1 0,0 1 0,0-1 0,8 12 0,52 60 0,-50-64 0,0 0 0,-1 1 0,-1 1 0,19 34 0,-1 28 0,35 148 0,-22-64 0,1-44 0,-30-85 0,-1 1 0,-1 0 0,12 70 0,-9 27 0,-1 139 0,-15 311 0,1-579 0,1 0 0,-1 0 0,1 0 0,-1 1 0,1-1 0,0 0 0,1 0 0,-1 0 0,1 0 0,-1-1 0,1 1 0,1 0 0,-1-1 0,0 1 0,1-1 0,-1 0 0,1 0 0,0 0 0,0 0 0,1 0 0,-1-1 0,0 1 0,1-1 0,0 0 0,-1 0 0,1 0 0,0-1 0,0 1 0,0-1 0,0 0 0,8 1 0,12 2 0,1-1 0,0-1 0,0-1 0,32-4 0,-22 2 0,1413-5 0,-781 9 0,118-3 0,-778 0 0,0-1 0,-1 1 0,1-2 0,0 1 0,-1-1 0,1 0 0,-1 0 0,0-1 0,1 1 0,-1-2 0,0 1 0,-1-1 0,1 1 0,-1-1 0,0-1 0,8-7 0,4-8 0,0 0 0,-2-1 0,15-26 0,11-14 0,28-23 0,15-19 0,-80 96 0,1 2 0,0-1 0,0 0 0,0 1 0,1 0 0,0 0 0,0 1 0,0 0 0,13-7 0,64-20 0,-16 8 0,-48 17 0,0 1 0,1 0 0,-1 2 0,1 0 0,21 0 0,25-4 0,0 0 0,-53 7 0,0-1 0,0-1 0,0 1 0,0-2 0,-1 0 0,1 0 0,-1-2 0,1 1 0,-2-1 0,17-10 0,-14 4 0,0 0 0,-2 0 0,1-2 0,-2 1 0,1-2 0,-2 1 0,0-2 0,0 1 0,-2-1 0,10-21 0,4-16 0,27-99 0,-41 112 0,-2 0 0,-2 0 0,-2-1 0,-1 1 0,-5-45 0,1-16 0,3 40 0,2-4 0,-3 1 0,-2-1 0,-4 1 0,-17-77 0,-8-27 0,23 113 0,-27-98 0,22 106 0,11 33 0,-1-1 0,-1 0 0,0 1 0,0 0 0,-1 0 0,-1 1 0,0-1 0,-18-21 0,-23-15 0,31 33 0,0-1 0,2 0 0,-19-26 0,32 40 4,-1-1 0,1 1 0,-1 0 0,0 0 0,0 1 0,-1-1-1,1 1 1,0-1 0,-1 1 0,0 0 0,1 0 0,-1 1 0,0-1 0,0 1 0,0 0 0,0 0-1,-7-1 1,-7 0-167,0 1 1,-33 2-1,24 0-784,-18-1-5879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20:01:35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7040 0 24575,'0'41'0,"3"1"0,0-1 0,3 0 0,1 0 0,24 73 0,-17-63 0,-3 0 0,-2 1 0,4 85 0,3 17 0,-10-91 0,-1 84 0,-1-5 0,8-53 0,-7-57 0,3 52 0,-7-14 0,-4 139 0,-4-168 0,-2-1 0,-1 0 0,-3 0 0,-30 66 0,31-77 0,3-7 0,-28 69 0,-96 171 0,81-173 0,32-53 0,-1-1 0,-1-1 0,-53 61 0,-120 125 0,176-197 0,-8 6 0,-1 0 0,-1-3 0,-44 33 0,-107 60 0,129-87 0,12-9 0,-1-1 0,-79 29 0,-92 17 0,124-43 0,-137 60 0,141-51 0,0-3 0,-123 27 0,-48-10 0,28-6 0,144-19 0,-100 43 0,-29 9 0,-30 7 0,-28 7 0,-619 142 0,316-129 0,410-79 0,-97 14 0,191-31 0,33-3 0,-1 1 0,-63 15 0,64-10 0,1-3 0,-42 4 0,44-7 0,0 1 0,0 2 0,-32 10 0,-31 8 0,69-18 0,0 0 0,0 2 0,-30 12 0,-528 207 0,547-213 0,0 2 0,0 2 0,2 2 0,-60 43 0,84-56 0,1 0 0,0 1 0,1 1 0,-13 13 0,18-17 0,1 0 0,0 0 0,0 0 0,1 0 0,-1 0 0,1 1 0,0-1 0,1 1 0,-1 0 0,1-1 0,0 1 0,0 8 0,1 36-1365,0-27-5461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20:01:38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2024 1 24575,'10'11'0,"0"1"0,-1 0 0,0 0 0,-1 1 0,-1 0 0,0 0 0,7 20 0,29 108 0,-6-17 0,-19-71 0,-3 0 0,-2 1 0,-2 0 0,6 99 0,-14 229 0,-6-198 0,3 964 0,-1-1127 0,-1-1 0,-1 1 0,-1-1 0,-1 1 0,0-1 0,-2-1 0,0 1 0,-17 29 0,-11 14 0,-47 63 0,79-121 0,-195 239 0,142-185 0,-3-3 0,-2-2 0,-122 83 0,160-120 0,2 0 0,-24 26 0,-21 17 0,5-9 0,40-32 0,-1-1 0,0-1 0,-1-1 0,-1-1 0,-41 19 0,23-14 0,1 3 0,0 1 0,-54 44 0,-52 31 0,74-53 0,-111 93 0,131-97 0,-166 120 0,209-155 0,1 1 0,0-1 0,1 1 0,0 1 0,0 0 0,1 0 0,0 0 0,0 1 0,1 0 0,1 0 0,-1 0 0,2 1 0,-1 0 0,-3 16 0,-1 11 0,2 1 0,-4 75 0,8-60 0,-2-22 0,-15 57 0,13-62 0,0 1 0,-4 50 0,10-60-195,-2 0 0,0 0 0,0 0 0,-2-1 0,0 0 0,-9 20 0,7-22-6631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A475-3178-7DB4-D7AE-25D74CF4E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903A9-A5C2-8254-AC64-515B08504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C043F-88AD-E8A8-A00C-1670520AE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33EE-9F64-47AC-8FB8-82C07FCAD58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9B004-A193-FF48-C675-D19C3C7C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1002D-F12F-3CF2-5C0E-9DB9C4FC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D1F8-AF1D-4B2F-BD5F-09966E05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66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A9D9-DB4C-D81D-5AA3-6041697CA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38820-B63C-D4EB-FC49-B5A909107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0BFEC-0E4D-D9E9-A28A-81D98590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33EE-9F64-47AC-8FB8-82C07FCAD58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99F28-7A5D-C7B4-90EE-CD79984B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CDA54-A1DF-2E40-864D-3961315CF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D1F8-AF1D-4B2F-BD5F-09966E05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7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6B0DC-C5A3-E0BD-C67A-0AD360EC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F6E5-2F3B-13E8-7781-5645705A3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F91F9-8AAD-DA53-BFC5-D66678A52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33EE-9F64-47AC-8FB8-82C07FCAD58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D02D5-C368-8852-6AC2-799A76EB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3C246-1C5E-8C4D-BCAE-6B6FFDE0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D1F8-AF1D-4B2F-BD5F-09966E05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46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02F73-9BDE-D950-101E-87C641CF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AF3EB-05EE-B3B4-24DB-B4DACDADA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E752E-2DC1-5D32-768F-F709EF023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73ED6-62C8-394D-16A7-D801D16C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33EE-9F64-47AC-8FB8-82C07FCAD58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D3203-C2B3-B37F-1696-0BDAA96E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A8001-ACC2-EC8B-D318-AD53F7DF1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D1F8-AF1D-4B2F-BD5F-09966E05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36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D5CB4-366C-C00D-1E86-EC97F66C1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868E2-1B87-1234-E51E-F1A948838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AC02C-46C8-6EA7-A9AC-87EAA0B07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BEE11-609C-A68D-A37F-A64F46A85E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C13072-2066-51A3-49AE-F6310DB7C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77830-478B-C756-AB00-C9B05438B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33EE-9F64-47AC-8FB8-82C07FCAD58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E9F138-74ED-FC3E-9817-E9644C241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A85515-439E-4A74-449C-0CADA4BB8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D1F8-AF1D-4B2F-BD5F-09966E05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2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DCEA4-3C08-7217-E23C-CBDF6B83B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B98C6E-2BB5-70B8-B0B1-75CE473C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33EE-9F64-47AC-8FB8-82C07FCAD58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648E7C-EEF2-B2B4-7D62-AD58D5327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17E48-41DD-818A-EFFB-5ADE0BF1F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D1F8-AF1D-4B2F-BD5F-09966E05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5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3D7B10-1DD1-346F-65F2-A5E74EB2A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33EE-9F64-47AC-8FB8-82C07FCAD58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AFCF0-5DC7-8524-6B2E-A5BBDE3C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63793-45D5-39C5-9300-0314C361C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D1F8-AF1D-4B2F-BD5F-09966E05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83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B1C4-AEFF-B64C-55CC-6AAB89FC5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2B37-B1C9-B4A2-A1EE-43A429F5D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1730F-1A43-9D6B-C6DF-CAFCFB1EB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62060-3598-576E-5E54-F4FD0C9E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33EE-9F64-47AC-8FB8-82C07FCAD58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1F268-3AB1-27D5-1153-F8AAD0925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95AB7-7B98-4058-8ADD-04257D0E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D1F8-AF1D-4B2F-BD5F-09966E05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12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DD95-E51F-BF0B-B3FF-9ACDC51E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6ACAFC-FA93-31EE-21C7-ABF8B2009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6C872-BB42-1AB2-3EE5-D84BD4137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96A01-7A98-3A78-A4D0-EF42F227E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33EE-9F64-47AC-8FB8-82C07FCAD58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60360-9949-A2F6-96D7-16E0B05C9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A77D1-8473-BF79-E2AB-668CB78A0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D1F8-AF1D-4B2F-BD5F-09966E05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78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543A4-FDBC-FA64-52EC-66577066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AD753-666D-A38E-D7C4-1A5D7AA5A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D1BA6-2738-2F2D-4528-5D35E568A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33EE-9F64-47AC-8FB8-82C07FCAD58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0BE53-B265-B35E-CAB3-91267FE73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514A2-1E6D-C945-2104-9FD6DF87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D1F8-AF1D-4B2F-BD5F-09966E05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5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B9FAF7-A5BE-A8CC-1CE6-5C05319E28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DC715-9FCC-318E-9D7F-42B8AEC3D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FF577-6AA3-A13C-6B13-B70B5038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33EE-9F64-47AC-8FB8-82C07FCAD58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A68C6-5E6A-4B00-5E84-C48827A3B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1B285-50F8-CF99-7E2F-BFE6D910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D1F8-AF1D-4B2F-BD5F-09966E05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09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8733E-4327-74B4-2117-3BC4C05C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E87B8-7EC2-7E1C-C7F0-1689FE3B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93192-42D2-CF17-5AE6-34CC65733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6733EE-9F64-47AC-8FB8-82C07FCAD58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209DD-4557-0DF4-DF08-27085D104B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818B2-7DE3-AEA7-E114-1A1BE4B30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AFD1F8-AF1D-4B2F-BD5F-09966E05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8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5.xml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1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diagram&#10;&#10;AI-generated content may be incorrect.">
            <a:extLst>
              <a:ext uri="{FF2B5EF4-FFF2-40B4-BE49-F238E27FC236}">
                <a16:creationId xmlns:a16="http://schemas.microsoft.com/office/drawing/2014/main" id="{32CA1B94-D34E-6C74-4CC8-A91684E80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4191000"/>
          </a:xfrm>
          <a:prstGeom prst="rect">
            <a:avLst/>
          </a:prstGeom>
        </p:spPr>
      </p:pic>
      <p:pic>
        <p:nvPicPr>
          <p:cNvPr id="3" name="Picture 2" descr="A diagram with blue lines and black text&#10;&#10;AI-generated content may be incorrect.">
            <a:extLst>
              <a:ext uri="{FF2B5EF4-FFF2-40B4-BE49-F238E27FC236}">
                <a16:creationId xmlns:a16="http://schemas.microsoft.com/office/drawing/2014/main" id="{02B1D284-EDEC-461F-997A-AE53D1E70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13942" cy="4111626"/>
          </a:xfrm>
          <a:prstGeom prst="rect">
            <a:avLst/>
          </a:prstGeom>
        </p:spPr>
      </p:pic>
      <p:pic>
        <p:nvPicPr>
          <p:cNvPr id="9" name="Picture 8" descr="A graph with blue lines&#10;&#10;AI-generated content may be incorrect.">
            <a:extLst>
              <a:ext uri="{FF2B5EF4-FFF2-40B4-BE49-F238E27FC236}">
                <a16:creationId xmlns:a16="http://schemas.microsoft.com/office/drawing/2014/main" id="{E89FA525-841C-ECF9-C378-3D3929A367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312" y="4111626"/>
            <a:ext cx="4055615" cy="26783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8822873-8368-D97B-6E6E-E57316A47B45}"/>
                  </a:ext>
                </a:extLst>
              </p14:cNvPr>
              <p14:cNvContentPartPr/>
              <p14:nvPr/>
            </p14:nvContentPartPr>
            <p14:xfrm>
              <a:off x="5084533" y="1988349"/>
              <a:ext cx="852480" cy="966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8822873-8368-D97B-6E6E-E57316A47B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78413" y="1982229"/>
                <a:ext cx="864720" cy="9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B21F05D-9007-6E12-4B84-D0598389BAC9}"/>
                  </a:ext>
                </a:extLst>
              </p14:cNvPr>
              <p14:cNvContentPartPr/>
              <p14:nvPr/>
            </p14:nvContentPartPr>
            <p14:xfrm>
              <a:off x="5659848" y="637776"/>
              <a:ext cx="1131480" cy="13741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B21F05D-9007-6E12-4B84-D0598389BAC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53728" y="631656"/>
                <a:ext cx="1143720" cy="13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78B39D8-89B4-912D-9893-352B8E328760}"/>
                  </a:ext>
                </a:extLst>
              </p14:cNvPr>
              <p14:cNvContentPartPr/>
              <p14:nvPr/>
            </p14:nvContentPartPr>
            <p14:xfrm>
              <a:off x="5440248" y="2934216"/>
              <a:ext cx="1414440" cy="725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78B39D8-89B4-912D-9893-352B8E32876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34128" y="2928096"/>
                <a:ext cx="1426680" cy="73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4A61498-5BDB-76B2-F7EA-2AE7E25823F1}"/>
              </a:ext>
            </a:extLst>
          </p:cNvPr>
          <p:cNvGrpSpPr/>
          <p:nvPr/>
        </p:nvGrpSpPr>
        <p:grpSpPr>
          <a:xfrm>
            <a:off x="4387608" y="2495736"/>
            <a:ext cx="4255920" cy="2038680"/>
            <a:chOff x="4387608" y="2495736"/>
            <a:chExt cx="4255920" cy="203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9F16982-6EF8-F016-3696-C2C102694DF1}"/>
                    </a:ext>
                  </a:extLst>
                </p14:cNvPr>
                <p14:cNvContentPartPr/>
                <p14:nvPr/>
              </p14:nvContentPartPr>
              <p14:xfrm>
                <a:off x="6884568" y="2495736"/>
                <a:ext cx="1758960" cy="990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9F16982-6EF8-F016-3696-C2C102694DF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78448" y="2489616"/>
                  <a:ext cx="1771200" cy="10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C75652B-464A-2D26-4D65-99BEAEBD520B}"/>
                    </a:ext>
                  </a:extLst>
                </p14:cNvPr>
                <p14:cNvContentPartPr/>
                <p14:nvPr/>
              </p14:nvContentPartPr>
              <p14:xfrm>
                <a:off x="4387608" y="2725056"/>
                <a:ext cx="2589840" cy="1809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C75652B-464A-2D26-4D65-99BEAEBD520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81488" y="2718936"/>
                  <a:ext cx="2602080" cy="18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19B4A0-567F-B1F4-2FA8-937E2937A8E3}"/>
                    </a:ext>
                  </a:extLst>
                </p14:cNvPr>
                <p14:cNvContentPartPr/>
                <p14:nvPr/>
              </p14:nvContentPartPr>
              <p14:xfrm>
                <a:off x="7830288" y="2633256"/>
                <a:ext cx="811800" cy="1858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19B4A0-567F-B1F4-2FA8-937E2937A8E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824168" y="2627136"/>
                  <a:ext cx="824040" cy="1870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92650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6B24E-AA43-9A5B-E7E9-490A16792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AA6F7985-2ED6-9822-B755-B160BA013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46953"/>
            <a:ext cx="7181153" cy="34110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8FEDAE-A7A2-C124-129D-8E8E84A33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7331614" cy="344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19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F33AC-650E-53EE-40D9-ED41BBEB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99F6B83D-BAFA-CFF0-68E3-2C40BB0A1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46953"/>
            <a:ext cx="7181153" cy="341104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DFEC6C-DE63-32CC-3C83-6C4C29A07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31614" cy="344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67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ED4339-061E-1513-4991-B770DA4A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D259352D-0846-7360-AABA-60E8A4E1D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6955"/>
            <a:ext cx="7181152" cy="34110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285D4-0DF3-2123-59FE-40497A855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31619" cy="344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84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6C2B55-866C-8661-42B3-61DB42A0E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46B986D5-6B97-8B9D-4843-821835248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3727"/>
            <a:ext cx="7181152" cy="34110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28C365-576A-2565-491F-7921BCE27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98267" cy="343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84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1FFAF-FF62-024D-08D7-7F35D058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text and numbers&#10;&#10;AI-generated content may be incorrect.">
            <a:extLst>
              <a:ext uri="{FF2B5EF4-FFF2-40B4-BE49-F238E27FC236}">
                <a16:creationId xmlns:a16="http://schemas.microsoft.com/office/drawing/2014/main" id="{35055856-F420-98A4-259B-397FFA3B1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6955"/>
            <a:ext cx="7181152" cy="34110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FFA1672-6BB5-8CC6-1E8E-3A0A92FDE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9342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6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9238D9-4360-B5C6-6C9B-63A9CF6B7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8AC32346-438E-4B10-B419-4B85EBFA9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6955"/>
            <a:ext cx="7181152" cy="34110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F81837-660F-6DE6-6E8A-63EF111C2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31619" cy="344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76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C9E9C-8D0B-D882-B2B7-9656DB133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 showing different types of fusion&#10;&#10;AI-generated content may be incorrect.">
            <a:extLst>
              <a:ext uri="{FF2B5EF4-FFF2-40B4-BE49-F238E27FC236}">
                <a16:creationId xmlns:a16="http://schemas.microsoft.com/office/drawing/2014/main" id="{8C8E01CF-DF4C-8569-F858-34CF3BBAC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3727"/>
            <a:ext cx="7181152" cy="341104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D928897-116A-2927-5DCE-0B93E0404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03483" cy="343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989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Momberg</dc:creator>
  <cp:lastModifiedBy>John Momberg</cp:lastModifiedBy>
  <cp:revision>1</cp:revision>
  <dcterms:created xsi:type="dcterms:W3CDTF">2025-09-15T19:54:08Z</dcterms:created>
  <dcterms:modified xsi:type="dcterms:W3CDTF">2025-09-15T22:27:19Z</dcterms:modified>
</cp:coreProperties>
</file>